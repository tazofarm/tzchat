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1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621C4A-B4D9-DC74-1D5A-12C3C725E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E0E761-0BC8-FD2B-D65F-335613BCE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82A43-1D34-0F38-4AB6-87E038572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16946C-F690-E1A8-72CD-4CFE1EA4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7BA1F5-A73B-72D1-0D14-A89EA537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829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6636D-D94D-33A6-AAB0-1B98E2D6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E0D5FC-B4E3-A238-D3EE-D5F652D84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AAD5B1-5266-7F6D-8A07-F01EBDD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F08D06-1FFD-E7DA-1491-A852E36B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1163EA-3B0A-E33F-0A3B-3EB3ACE7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4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746932-9AE0-4C04-DF77-D1D13AAC2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EF3537-ED80-6025-A4C9-CE578F08F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83B81-D77C-37CE-C3A2-C96D4B57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AA9A4E-A18D-8756-9466-2A3100B25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7ECD00-F0E7-3DD2-1FB2-503BFD0CA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187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16BB8-4500-4B82-2043-19592A58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EDB270-41B2-F5B1-AD88-8FD554AE6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F8AC90-0C0B-EA1A-B916-83F18230D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5ACB5E-593D-9899-6F6B-406032F4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F6BE54-F896-2714-43ED-879B7E49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A15743-66A1-E881-A87C-171633DF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47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3BF39-6A0E-09DB-C522-C22B2973D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F696B7-9F7C-0DA7-7644-D1395143C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155AEF-1B0A-2AA9-6249-82F7AD4B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0CACD0-6C2A-0D28-70B5-DBF82A28B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24725D-BEE0-BCF7-B505-14ADDB4D3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528C8B-2CA2-885C-5E89-3A70D99BA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7CCE73-E528-CDAF-F40F-B85FBC0A2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E4044B-278B-C047-F2D5-BCF67B68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91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72618-D73A-5F45-4338-F84B5B10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CB9C5-476B-765B-F140-F2FEE41B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5750F2-C76D-D95A-5DE0-8FE577388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7233D2-CEDE-8E12-C795-2968EB89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60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1DF713-E3E4-EBA8-C7C9-E512B873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5E6BC4-4432-F30C-0019-A0F60567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7A4940-1CC7-1910-98DC-51AE8128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82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108E6-0922-75F2-1561-498498749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0910F4-CD34-8C19-4E12-2549213AD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7239CA-ECF0-6DFD-734C-75C113B08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B19B30-B63A-6F50-B7E4-78196C6C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F2A0D9-61FC-DD01-E1E3-F5074072F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2D0A0F-5480-A8CC-D17C-3445ADB6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93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53B1F-172C-D251-C90A-52BDEF71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B15AB6-B59E-C68B-60E2-52AEAE6A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AEE676-59A3-5282-CA6A-C2748B1F7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4778C9-0E14-2100-1425-96658534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4D1F90-346C-4868-CFCC-D8267A60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A2A844-A716-8293-1DFE-83C27D360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6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1CA0B-5493-0378-F85E-C59F803E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80F6C0-051A-2CF7-CDFF-0FF14D591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C1DF1-1D55-F278-A398-838B91A8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325DA4-1CFB-23EB-3F08-34674AB0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7FD2F8-2158-9355-39F6-0A8F619A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4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ADB995-E2A0-7412-AB86-AB5DCB182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437F64-4601-4877-8FAC-4FC2621E9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5CF170-1151-F34C-3365-7E2B2282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E3C7D4-E32D-3496-5201-0F20114A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73389-3C2E-C723-F4ED-87729741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7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68C8A19-1CA1-FA15-AE0C-F8304B41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BC3C6B-E58E-E1CB-2B84-C5AF66C6C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49B8A8-5965-A6F3-982D-0D706F51E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C29C1-C53E-485A-804C-575FB9F84D7A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9768E6-0FBD-A5B4-870F-EE7B16B18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3401B7-7DF7-DBA3-62D7-4DE218151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558B1-1B07-4AB5-90D1-DC603FC14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45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2EB63C4-0A0B-2CBC-033E-811B950458AC}"/>
              </a:ext>
            </a:extLst>
          </p:cNvPr>
          <p:cNvSpPr/>
          <p:nvPr/>
        </p:nvSpPr>
        <p:spPr>
          <a:xfrm>
            <a:off x="267914" y="396046"/>
            <a:ext cx="3104300" cy="4414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구매페이지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1E1982-5597-5880-1AA3-4E3CE144785F}"/>
              </a:ext>
            </a:extLst>
          </p:cNvPr>
          <p:cNvSpPr/>
          <p:nvPr/>
        </p:nvSpPr>
        <p:spPr>
          <a:xfrm>
            <a:off x="2309539" y="797916"/>
            <a:ext cx="913915" cy="845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구독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프리미엄회원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19,800</a:t>
            </a:r>
            <a:r>
              <a:rPr lang="ko-KR" altLang="en-US" sz="900" dirty="0">
                <a:solidFill>
                  <a:schemeClr val="tx1"/>
                </a:solidFill>
              </a:rPr>
              <a:t>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8A9868-912A-055B-57B2-B046AFB6B189}"/>
              </a:ext>
            </a:extLst>
          </p:cNvPr>
          <p:cNvSpPr/>
          <p:nvPr/>
        </p:nvSpPr>
        <p:spPr>
          <a:xfrm>
            <a:off x="1353035" y="797916"/>
            <a:ext cx="913915" cy="845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구독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라이트회원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9,900</a:t>
            </a:r>
            <a:r>
              <a:rPr lang="ko-KR" altLang="en-US" sz="900" dirty="0">
                <a:solidFill>
                  <a:schemeClr val="tx1"/>
                </a:solidFill>
              </a:rPr>
              <a:t>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80B5A9-52D9-B056-098F-9E630283E129}"/>
              </a:ext>
            </a:extLst>
          </p:cNvPr>
          <p:cNvSpPr/>
          <p:nvPr/>
        </p:nvSpPr>
        <p:spPr>
          <a:xfrm>
            <a:off x="396531" y="797916"/>
            <a:ext cx="913915" cy="845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구매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루비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9,900</a:t>
            </a:r>
            <a:r>
              <a:rPr lang="ko-KR" altLang="en-US" sz="900" dirty="0">
                <a:solidFill>
                  <a:schemeClr val="tx1"/>
                </a:solidFill>
              </a:rPr>
              <a:t>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4093EF-EBC1-8993-F607-8152B0C12980}"/>
              </a:ext>
            </a:extLst>
          </p:cNvPr>
          <p:cNvSpPr/>
          <p:nvPr/>
        </p:nvSpPr>
        <p:spPr>
          <a:xfrm>
            <a:off x="396531" y="1841418"/>
            <a:ext cx="2826923" cy="268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루비 구매 페이지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BC68DE-9808-6555-74C7-0F179124CD74}"/>
              </a:ext>
            </a:extLst>
          </p:cNvPr>
          <p:cNvSpPr/>
          <p:nvPr/>
        </p:nvSpPr>
        <p:spPr>
          <a:xfrm>
            <a:off x="3617802" y="396046"/>
            <a:ext cx="3104300" cy="4414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구매페이지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115104-C11E-4516-2C83-BFE0FEC3418E}"/>
              </a:ext>
            </a:extLst>
          </p:cNvPr>
          <p:cNvSpPr/>
          <p:nvPr/>
        </p:nvSpPr>
        <p:spPr>
          <a:xfrm>
            <a:off x="5659427" y="797916"/>
            <a:ext cx="913915" cy="845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구독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프리미엄회원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19,800</a:t>
            </a:r>
            <a:r>
              <a:rPr lang="ko-KR" altLang="en-US" sz="900" dirty="0">
                <a:solidFill>
                  <a:schemeClr val="tx1"/>
                </a:solidFill>
              </a:rPr>
              <a:t>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43897E-83CE-7333-F49E-7A1F883E4389}"/>
              </a:ext>
            </a:extLst>
          </p:cNvPr>
          <p:cNvSpPr/>
          <p:nvPr/>
        </p:nvSpPr>
        <p:spPr>
          <a:xfrm>
            <a:off x="4702923" y="797916"/>
            <a:ext cx="913915" cy="845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구독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라이트회원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9,900</a:t>
            </a:r>
            <a:r>
              <a:rPr lang="ko-KR" altLang="en-US" sz="900" dirty="0">
                <a:solidFill>
                  <a:schemeClr val="tx1"/>
                </a:solidFill>
              </a:rPr>
              <a:t>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C2313E-CB50-C30A-E412-75413C6E3454}"/>
              </a:ext>
            </a:extLst>
          </p:cNvPr>
          <p:cNvSpPr/>
          <p:nvPr/>
        </p:nvSpPr>
        <p:spPr>
          <a:xfrm>
            <a:off x="3746419" y="797916"/>
            <a:ext cx="913915" cy="845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구매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루비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9,900</a:t>
            </a:r>
            <a:r>
              <a:rPr lang="ko-KR" altLang="en-US" sz="900" dirty="0">
                <a:solidFill>
                  <a:schemeClr val="tx1"/>
                </a:solidFill>
              </a:rPr>
              <a:t>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1B4370-FA9E-5E36-98D0-332727F8B8E4}"/>
              </a:ext>
            </a:extLst>
          </p:cNvPr>
          <p:cNvSpPr/>
          <p:nvPr/>
        </p:nvSpPr>
        <p:spPr>
          <a:xfrm>
            <a:off x="3746419" y="1841418"/>
            <a:ext cx="2826923" cy="268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구독 라이트 페이지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0538FCB-0871-661B-0BF8-FC9446D5BE4D}"/>
              </a:ext>
            </a:extLst>
          </p:cNvPr>
          <p:cNvSpPr/>
          <p:nvPr/>
        </p:nvSpPr>
        <p:spPr>
          <a:xfrm>
            <a:off x="7014283" y="396046"/>
            <a:ext cx="3104300" cy="4414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구매페이지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1A4EFF-C7C3-7B52-629D-AD58A01F5406}"/>
              </a:ext>
            </a:extLst>
          </p:cNvPr>
          <p:cNvSpPr/>
          <p:nvPr/>
        </p:nvSpPr>
        <p:spPr>
          <a:xfrm>
            <a:off x="9055908" y="797916"/>
            <a:ext cx="913915" cy="845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구독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프리미엄회원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19,800</a:t>
            </a:r>
            <a:r>
              <a:rPr lang="ko-KR" altLang="en-US" sz="900" dirty="0">
                <a:solidFill>
                  <a:schemeClr val="tx1"/>
                </a:solidFill>
              </a:rPr>
              <a:t>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7B57F8-CE53-D665-C54A-44B525E20DF3}"/>
              </a:ext>
            </a:extLst>
          </p:cNvPr>
          <p:cNvSpPr/>
          <p:nvPr/>
        </p:nvSpPr>
        <p:spPr>
          <a:xfrm>
            <a:off x="8099404" y="797916"/>
            <a:ext cx="913915" cy="845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구독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라이트회원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9,900</a:t>
            </a:r>
            <a:r>
              <a:rPr lang="ko-KR" altLang="en-US" sz="900" dirty="0">
                <a:solidFill>
                  <a:schemeClr val="tx1"/>
                </a:solidFill>
              </a:rPr>
              <a:t>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48CDD0-4C49-A2D0-0E8D-56AB0842482D}"/>
              </a:ext>
            </a:extLst>
          </p:cNvPr>
          <p:cNvSpPr/>
          <p:nvPr/>
        </p:nvSpPr>
        <p:spPr>
          <a:xfrm>
            <a:off x="7142900" y="797916"/>
            <a:ext cx="913915" cy="845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구매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루비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9,900</a:t>
            </a:r>
            <a:r>
              <a:rPr lang="ko-KR" altLang="en-US" sz="900" dirty="0">
                <a:solidFill>
                  <a:schemeClr val="tx1"/>
                </a:solidFill>
              </a:rPr>
              <a:t>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88156A7-50ED-33FA-B632-21F4F6CFC20D}"/>
              </a:ext>
            </a:extLst>
          </p:cNvPr>
          <p:cNvSpPr/>
          <p:nvPr/>
        </p:nvSpPr>
        <p:spPr>
          <a:xfrm>
            <a:off x="7142900" y="1841418"/>
            <a:ext cx="2826923" cy="268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구독 프리미엄 페이지</a:t>
            </a:r>
          </a:p>
        </p:txBody>
      </p:sp>
    </p:spTree>
    <p:extLst>
      <p:ext uri="{BB962C8B-B14F-4D97-AF65-F5344CB8AC3E}">
        <p14:creationId xmlns:p14="http://schemas.microsoft.com/office/powerpoint/2010/main" val="388217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48</Words>
  <Application>Microsoft Office PowerPoint</Application>
  <PresentationFormat>와이드스크린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영주 김</dc:creator>
  <cp:lastModifiedBy>영주 김</cp:lastModifiedBy>
  <cp:revision>4</cp:revision>
  <dcterms:created xsi:type="dcterms:W3CDTF">2025-11-02T02:46:50Z</dcterms:created>
  <dcterms:modified xsi:type="dcterms:W3CDTF">2025-11-02T02:53:59Z</dcterms:modified>
</cp:coreProperties>
</file>